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zeena Tasneem B" userId="46973d407877addf" providerId="LiveId" clId="{AC33B627-DB76-4DAA-83E3-A350FB8DD802}"/>
    <pc:docChg chg="delSld">
      <pc:chgData name="Razeena Tasneem B" userId="46973d407877addf" providerId="LiveId" clId="{AC33B627-DB76-4DAA-83E3-A350FB8DD802}" dt="2026-09-01T11:52:31.009" v="0" actId="2696"/>
      <pc:docMkLst>
        <pc:docMk/>
      </pc:docMkLst>
      <pc:sldChg chg="del">
        <pc:chgData name="Razeena Tasneem B" userId="46973d407877addf" providerId="LiveId" clId="{AC33B627-DB76-4DAA-83E3-A350FB8DD802}" dt="2026-09-01T11:52:31.009" v="0" actId="2696"/>
        <pc:sldMkLst>
          <pc:docMk/>
          <pc:sldMk cId="0" sldId="261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Agentic Maritime Brokerage Platform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AI-Powered Route Intelligence &amp; Quotations</a:t>
            </a:r>
          </a:p>
          <a:p>
            <a:r>
              <a:t>Infosys 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Traditional maritime freight brokerage faces several challenges:</a:t>
            </a:r>
          </a:p>
          <a:p>
            <a:pPr lvl="1"/>
            <a:r>
              <a:t>Manual and time-consuming quotation processes</a:t>
            </a:r>
          </a:p>
          <a:p>
            <a:pPr lvl="1"/>
            <a:r>
              <a:t>Inability to dynamically weigh multiple routing factors at scale</a:t>
            </a:r>
          </a:p>
          <a:p>
            <a:pPr lvl="1"/>
            <a:r>
              <a:t>Lack of transparency in why specific routes are recommended</a:t>
            </a:r>
          </a:p>
          <a:p>
            <a:pPr lvl="1"/>
            <a:r>
              <a:t>Static pricing that fails to account for real-time risk (weather, transshipments)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Multi-Agent AI Platform that automates and optimizes maritime logistics:</a:t>
            </a:r>
          </a:p>
          <a:p>
            <a:pPr lvl="1"/>
            <a:r>
              <a:t>Agentic Architecture: Specialized AI agents handle different aspects of the quotation.</a:t>
            </a:r>
          </a:p>
          <a:p>
            <a:pPr lvl="1"/>
            <a:r>
              <a:t>Dynamic Scoring: Mathematical models balance Cost, Time, and Risk.</a:t>
            </a:r>
          </a:p>
          <a:p>
            <a:pPr lvl="1"/>
            <a:r>
              <a:t>Explainable AI: Generates human-readable reasoning for every recommendation.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Built using a modern, scalable tech stack:</a:t>
            </a:r>
          </a:p>
          <a:p>
            <a:pPr lvl="1"/>
            <a:r>
              <a:t>Frontend: React &amp; Vite (Responsive, modern web UI with custom Canvas charting)</a:t>
            </a:r>
          </a:p>
          <a:p>
            <a:pPr lvl="1"/>
            <a:r>
              <a:t>Backend API: FastAPI (Python-based, high-performance async API)</a:t>
            </a:r>
          </a:p>
          <a:p>
            <a:pPr lvl="1"/>
            <a:r>
              <a:t>AI Logic: Python Pandas for data processing &amp; custom heuristic agents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Milestone 1: Route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'Route Agent' is currently live and evaluates routes using a weighted algorithm:</a:t>
            </a:r>
          </a:p>
          <a:p>
            <a:pPr lvl="1"/>
            <a:r>
              <a:t>35% - Transit Time (Prioritizing faster delivery)</a:t>
            </a:r>
          </a:p>
          <a:p>
            <a:pPr lvl="1"/>
            <a:r>
              <a:t>30% - Cost (Minimizing per-container freight expenses)</a:t>
            </a:r>
          </a:p>
          <a:p>
            <a:pPr lvl="1"/>
            <a:r>
              <a:t>20% - Transshipments (Reducing cargo handling risk)</a:t>
            </a:r>
          </a:p>
          <a:p>
            <a:pPr lvl="1"/>
            <a:r>
              <a:t>15% - Distance (Optimizing fuel and nautical miles)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Q&amp;A Session</a:t>
            </a:r>
          </a:p>
          <a:p>
            <a:endParaRPr/>
          </a:p>
          <a:p>
            <a:r>
              <a:t>(Live Demonstration Available)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230</Words>
  <Application>Microsoft Office PowerPoint</Application>
  <PresentationFormat>On-screen Show (4:3)</PresentationFormat>
  <Paragraphs>29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Agentic Maritime Brokerage Platform</vt:lpstr>
      <vt:lpstr>The Problem</vt:lpstr>
      <vt:lpstr>Our Solution</vt:lpstr>
      <vt:lpstr>Technical Architecture</vt:lpstr>
      <vt:lpstr>Milestone 1: Route Intelligence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Razeena Tasneem B</cp:lastModifiedBy>
  <cp:revision>1</cp:revision>
  <dcterms:created xsi:type="dcterms:W3CDTF">2013-01-27T09:14:16Z</dcterms:created>
  <dcterms:modified xsi:type="dcterms:W3CDTF">2026-09-01T11:52:41Z</dcterms:modified>
  <cp:category/>
</cp:coreProperties>
</file>